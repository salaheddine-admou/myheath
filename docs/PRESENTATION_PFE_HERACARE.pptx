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C92D55"/>
                </a:solidFill>
              </a:defRPr>
            </a:pPr>
            <a:r>
              <a:t>HeraCare</a:t>
            </a:r>
          </a:p>
          <a:p>
            <a:pPr>
              <a:defRPr sz="2200">
                <a:solidFill>
                  <a:srgbClr val="1A1216"/>
                </a:solidFill>
              </a:defRPr>
            </a:pPr>
            <a:r>
              <a:t>Plateforme intelligente de telemedecine &amp; suivi de sante feminine</a:t>
            </a:r>
          </a:p>
          <a:p>
            <a:pPr>
              <a:defRPr sz="1600">
                <a:solidFill>
                  <a:srgbClr val="6B5560"/>
                </a:solidFill>
              </a:defRPr>
            </a:pPr>
            <a:r>
              <a:t>PFE Ingenieur - MERN / Docker / AES-256 / Socket.io / Claude AI</a:t>
            </a:r>
          </a:p>
          <a:p>
            <a:pPr>
              <a:defRPr sz="1400">
                <a:solidFill>
                  <a:srgbClr val="6B5560"/>
                </a:solidFill>
              </a:defRPr>
            </a:pPr>
            <a:r>
              <a:t>Salaheddine Admo - salaheddine.admo@gmail.com - 2025/2026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2D55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1. Contexte &amp; problematique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2. Objectifs du projet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3. Architecture MERN &amp; Docker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4. Securite AES-256 &amp; Loi 09-08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5. Algorithme predictif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6. Hera AI (Claude)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7. Telemedecine temps reel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8. Deploiement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2D55"/>
                </a:solidFill>
                <a:latin typeface="Calibri"/>
              </a:defRPr>
            </a:pPr>
            <a:r>
              <a:t>Contexte FemTech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Sante feminine encore sous-adressee numeriquement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Deserts medicaux -&gt; besoin de telemedecine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Marche FemTech mondial en forte croissance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Offre nationale fragmentee -&gt; opportunite HeraCare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2D55"/>
                </a:solidFill>
                <a:latin typeface="Calibri"/>
              </a:defRPr>
            </a:pPr>
            <a:r>
              <a:t>Problematique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Proteger les donnees de sante sensibles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Apporter une valeur clinique (prediction + IA)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Architecture modulaire digne d'un PFE ingenieur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Experience utilisateur moderne et rassurante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2D55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Stack MERN + Docker Compose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Chiffrement AES-256 au repos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Engine de cycle &amp; alertes SOPK / endometriose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Hera AI : chat, brief medecin, journal NL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Deploiement Vercel + cloud API + Atlas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2D55"/>
                </a:solidFill>
                <a:latin typeface="Calibri"/>
              </a:defRPr>
            </a:pPr>
            <a:r>
              <a:t>Architecture 3-tiers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Frontend : React / Vite / Tailwind / Recharts (Vercel)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Backend : Node / Express / Socket.io / Claude API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Persistance : MongoDB Atlas (Mongoose)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Modules : Auth / Health / Chat / AI / Crypto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2D55"/>
                </a:solidFill>
                <a:latin typeface="Calibri"/>
              </a:defRPr>
            </a:pPr>
            <a:r>
              <a:t>Securite avancee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JWT + RBAC (patient / doctor / admin)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Mots de passe : bcrypt (cost 12)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AES-256-CBC : dossier medical + messages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Alignement Loi 09-08 / bonnes pratiques HIPAA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2D55"/>
                </a:solidFill>
                <a:latin typeface="Calibri"/>
              </a:defRPr>
            </a:pPr>
            <a:r>
              <a:t>Algorithme predictif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Moyenne historique des cycles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Prochaines regles + fenetre d'ovulation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Alertes : irregularite, douleur severe, signaux SOPK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recommendConsultation -&gt; orientation medecin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2D55"/>
                </a:solidFill>
                <a:latin typeface="Calibri"/>
              </a:defRPr>
            </a:pPr>
            <a:r>
              <a:t>Hera AI - wow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Chat contextualise sur le suivi patiente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Journal symptomes en langage naturel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Explication narrative des insights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Brief medecin + questions de consultation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Plan bien-etre selon la phase du cycle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2D55"/>
                </a:solidFill>
                <a:latin typeface="Calibri"/>
              </a:defRPr>
            </a:pPr>
            <a:r>
              <a:t>Telemedecine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Socket.io : chat prive Patient &lt;-&gt; Medecin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Contenu chiffre au repos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Assignation medecin depuis le dashboard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Indicateurs de canal securise dans l'UI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2D55"/>
                </a:solidFill>
                <a:latin typeface="Calibri"/>
              </a:defRPr>
            </a:pPr>
            <a:r>
              <a:t>Deploiement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Frontend -&gt; Vercel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Backend -&gt; service Node (Render / Railway)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Base -&gt; MongoDB Atlas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CI : build Vite + variables d'environnement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2D55"/>
                </a:solidFill>
                <a:latin typeface="Calibri"/>
              </a:defRPr>
            </a:pPr>
            <a:r>
              <a:t>Conclusion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Plateforme FemTech complete et securisee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IA + prediction + teleconsultation textuelle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Suite : ML SOPK, WebRTC video, notifications, HDS</a:t>
            </a:r>
          </a:p>
          <a:p>
            <a:pPr>
              <a:spcAft>
                <a:spcPts val="1000"/>
              </a:spcAft>
              <a:defRPr sz="1800">
                <a:solidFill>
                  <a:srgbClr val="1A1216"/>
                </a:solidFill>
                <a:latin typeface="Calibri"/>
              </a:defRPr>
            </a:pPr>
            <a:r>
              <a:t>Merci -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